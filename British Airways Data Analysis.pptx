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rI6ILOsLfQpc0kS5DDGd+lD2V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1e712d88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1e712d8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1e712d88b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1e712d88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1e712d88b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1e712d88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1e712d88b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1e712d88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1e712d88b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1e712d88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1e712d88b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1e712d88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" name="Google Shape;17;p4"/>
          <p:cNvSpPr txBox="1"/>
          <p:nvPr/>
        </p:nvSpPr>
        <p:spPr>
          <a:xfrm>
            <a:off x="4038600" y="2079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SOLELY FOR PURPOSES OF FORAGE WORK EXPERIENCE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5"/>
          <p:cNvSpPr txBox="1"/>
          <p:nvPr/>
        </p:nvSpPr>
        <p:spPr>
          <a:xfrm>
            <a:off x="4038600" y="-172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SOLELY FOR PURPOSES OF FORAGE WORK EXPERIENCE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24000" y="17193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BRITISH AIRWAYS DATA ANALYSIS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Web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Scraping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WordCloud of Reviews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1e712d88b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WEB SCRAPING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51e712d88b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Data was collected from the British Airways website. Once the data was collected, it was prepared and cleaned before analysis using python and its libraries.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odelling, sentiment analysis and wordclouds were used to provide insight into the content of the reviews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1e712d88b_0_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51e712d88b_0_7"/>
          <p:cNvSpPr txBox="1"/>
          <p:nvPr>
            <p:ph idx="1" type="body"/>
          </p:nvPr>
        </p:nvSpPr>
        <p:spPr>
          <a:xfrm>
            <a:off x="5296575" y="1882875"/>
            <a:ext cx="6057000" cy="427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The raw data looked like the the figure to the left. Very messy.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The step-by-step cleaning that was done included: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Removing the tick marks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Removing leading and trailing spaces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g351e712d88b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850" y="2153650"/>
            <a:ext cx="5005725" cy="29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1e712d88b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51e712d88b_0_13"/>
          <p:cNvSpPr txBox="1"/>
          <p:nvPr>
            <p:ph idx="1" type="body"/>
          </p:nvPr>
        </p:nvSpPr>
        <p:spPr>
          <a:xfrm>
            <a:off x="5296575" y="1836975"/>
            <a:ext cx="6057000" cy="433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first set of </a:t>
            </a:r>
            <a:r>
              <a:rPr lang="en-GB"/>
              <a:t>cleaning resulted in the image to the left.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Further cleaning included: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Drop duplicate reviews.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Remove ‘Trip Verified/Trip Not Verified’.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Remove pipes and pipe spaces.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Set all texts to lowercase.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Remove Special characters.</a:t>
            </a:r>
            <a:endParaRPr/>
          </a:p>
        </p:txBody>
      </p:sp>
      <p:pic>
        <p:nvPicPr>
          <p:cNvPr id="112" name="Google Shape;112;g351e712d88b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00" y="1628925"/>
            <a:ext cx="4694900" cy="25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51e712d88b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418750"/>
            <a:ext cx="4577775" cy="213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1e712d88b_0_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WORDCLOUD OF REVIEWS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51e712d88b_0_19"/>
          <p:cNvSpPr txBox="1"/>
          <p:nvPr>
            <p:ph idx="1" type="body"/>
          </p:nvPr>
        </p:nvSpPr>
        <p:spPr>
          <a:xfrm>
            <a:off x="6245675" y="1821650"/>
            <a:ext cx="5108100" cy="435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The wordcloud highlights the most common themes mentioned by passengers in their reviews.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The larger the word appears, the more frequently it was used.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Words like </a:t>
            </a: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"flight"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"seat"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"service"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"food"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appear the largest, meaning these are the </a:t>
            </a: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most discussed aspects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of the passenger experience.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This tells us what customers care about most and where their expectations are set.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g351e712d88b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5986125" cy="40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1e712d88b_0_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51e712d88b_0_28"/>
          <p:cNvSpPr txBox="1"/>
          <p:nvPr>
            <p:ph idx="1" type="body"/>
          </p:nvPr>
        </p:nvSpPr>
        <p:spPr>
          <a:xfrm>
            <a:off x="4403925" y="1852275"/>
            <a:ext cx="6949800" cy="493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point of sentiment analysis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in this project is to </a:t>
            </a: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understand how customers </a:t>
            </a:r>
            <a:r>
              <a:rPr b="1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feel</a:t>
            </a: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about their experiences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with British Airways, not just what they talk about (word cloud), but </a:t>
            </a: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whether their feedback is positive, negative, or neutral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From the analysis at the top left corner, it appears that there were more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negative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comments about British Airways than positive and Neutral comments.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g351e712d88b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4251525" cy="167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51e712d88b_0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673250"/>
            <a:ext cx="3904225" cy="311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1e712d88b_0_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MODELING (MACHINE LEARNING)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51e712d88b_0_36"/>
          <p:cNvSpPr txBox="1"/>
          <p:nvPr>
            <p:ph idx="1" type="body"/>
          </p:nvPr>
        </p:nvSpPr>
        <p:spPr>
          <a:xfrm>
            <a:off x="5901375" y="1852275"/>
            <a:ext cx="5894100" cy="466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= Of all predicted X, how many were actually X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Recall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= Of all actual X, how many were predicted correctly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F1-Score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= Balance between precision and recall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Support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= Number of actual samples for each class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Observations: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The model performs 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very well on negative and positive reviews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(F1-scores above 0.80).</a:t>
            </a:r>
            <a:b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But it 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completely fails on neutral reviews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— this is likely because there are 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only 2 neutral samples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, not enough for the model to learn.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g351e712d88b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00" y="2623950"/>
            <a:ext cx="5733675" cy="264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2022-12-06T11:13:27Z</dcterms:created>
  <dc:creator>Susan Robinson</dc:creator>
</cp:coreProperties>
</file>